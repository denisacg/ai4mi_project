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pic>
        <p:nvPicPr>
          <p:cNvPr id="8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real per-class voxel share, now corrected — as numbers, not a bar chart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393192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39319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 Caught and corrected before any preprocessing or training ran on it.</a:t>
            </a:r>
            <a:endParaRPr lang="en-US" sz="1350" dirty="0"/>
          </a:p>
        </p:txBody>
      </p:sp>
      <p:pic>
        <p:nvPicPr>
          <p:cNvPr id="12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134860" cy="4846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0700" y="1234440"/>
            <a:ext cx="3609340" cy="149352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8" name="Shape 5"/>
          <p:cNvSpPr/>
          <p:nvPr/>
        </p:nvSpPr>
        <p:spPr>
          <a:xfrm>
            <a:off x="8140700" y="1234440"/>
            <a:ext cx="54864" cy="149352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5020" y="1417320"/>
            <a:ext cx="3060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415020" y="1737360"/>
            <a:ext cx="30607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140700" y="2910840"/>
            <a:ext cx="3609340" cy="149352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2" name="Shape 9"/>
          <p:cNvSpPr/>
          <p:nvPr/>
        </p:nvSpPr>
        <p:spPr>
          <a:xfrm>
            <a:off x="8140700" y="2910840"/>
            <a:ext cx="54864" cy="14935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15020" y="3093720"/>
            <a:ext cx="3060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415020" y="3413760"/>
            <a:ext cx="30607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140700" y="4587240"/>
            <a:ext cx="3609340" cy="149352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140700" y="4587240"/>
            <a:ext cx="54864" cy="149352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5020" y="4770120"/>
            <a:ext cx="3060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415020" y="5090160"/>
            <a:ext cx="30607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9" name="Image 1" descr="/Users/bellavg/ProjectsMSc/ai4mi_project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Whole-Scan &amp; Per-Organ Intensity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whole-scan HU distribution, with each organ's voxels coloured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600" dirty="0"/>
          </a:p>
        </p:txBody>
      </p:sp>
      <p:pic>
        <p:nvPicPr>
          <p:cNvPr id="8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Label Topology &amp;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TOPOLOGY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connected components per label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7830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ADJACENCY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48840"/>
            <a:ext cx="5257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contact between label pairs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89320" y="1783080"/>
            <a:ext cx="13716" cy="4206240"/>
          </a:xfrm>
          <a:prstGeom prst="rect">
            <a:avLst/>
          </a:prstGeom>
          <a:solidFill>
            <a:srgbClr val="E3E3E3"/>
          </a:solidFill>
          <a:ln/>
        </p:spPr>
      </p:sp>
      <p:pic>
        <p:nvPicPr>
          <p:cNvPr id="12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IV: Spatial Distribution &amp; Extent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5074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7830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48840"/>
            <a:ext cx="52578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89320" y="1783080"/>
            <a:ext cx="13716" cy="28803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892040"/>
            <a:ext cx="10881360" cy="91440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50749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39496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6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4)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3–6)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2026-09-19T16:04:04Z</dcterms:created>
  <dcterms:modified xsi:type="dcterms:W3CDTF">2026-09-19T16:04:04Z</dcterms:modified>
</cp:coreProperties>
</file>